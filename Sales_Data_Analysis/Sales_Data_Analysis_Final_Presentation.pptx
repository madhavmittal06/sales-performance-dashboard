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9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SALES DATA ANALYSIS</a:t>
            </a:r>
          </a:p>
          <a:p>
            <a:pPr algn="ctr">
              <a:defRPr sz="2500" b="1">
                <a:solidFill>
                  <a:srgbClr val="F29D0A"/>
                </a:solidFill>
              </a:defRPr>
            </a:pPr>
            <a:r>
              <a:t>Sales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0332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Internship Mini Project Presentation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Excel • Power Query • Python • Pandas • NumPy • Matplotlib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Analyze 250 sales transaction records.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Clean and prepare data before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Calculate key sales performance indicators.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Study sales by product, region, category, month and payment method.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Create analytical visualizations in Python.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Build an interactive Sales Performance Dashboard in Power BI.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Convert analysis results into practical business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Dataset &amp;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250 rows and 11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Order ID — Order identifier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14300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Order Date — Transaction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Customer — Customer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92024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Product — Product purchased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Category — Product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69748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Region — Sales 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Quantity — Units sold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47472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Unit Price — Price per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Discount — Discount applied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425196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Sales — Final sales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5029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Payment Method — Payment 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Duplicate records were removed to create the final 250-record dataset.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Missing Customer values were replaced with “Unknown”.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Missing Payment Method values were replaced with “Unknown”.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Order Date was converted into proper datetime format.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Data was checked for structure, missing values, duplicates and data types.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The prepared dataset was used for Python analysis and Power BI.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74920"/>
            <a:ext cx="10241280" cy="822960"/>
          </a:xfrm>
          <a:prstGeom prst="roundRect">
            <a:avLst/>
          </a:prstGeom>
          <a:solidFill>
            <a:srgbClr val="EBEBEB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2323"/>
                </a:solidFill>
                <a:latin typeface="Consolas"/>
              </a:defRPr>
            </a:pPr>
            <a:r>
              <a:t>Customer = fillna("Unknown")   |   Payment Method = fillna("Unknown")   |   Order Date → datetime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B47"/>
                </a:solidFill>
              </a:defRPr>
            </a:pPr>
            <a:r>
              <a:t>Total Sales</a:t>
            </a:r>
          </a:p>
          <a:p>
            <a:pPr algn="ctr">
              <a:defRPr sz="2500" b="1">
                <a:solidFill>
                  <a:srgbClr val="F29D0A"/>
                </a:solidFill>
              </a:defRPr>
            </a:pPr>
            <a:r>
              <a:t>₹18.91M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325880"/>
            <a:ext cx="52120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B47"/>
                </a:solidFill>
              </a:defRPr>
            </a:pPr>
            <a:r>
              <a:t>Total Orders</a:t>
            </a:r>
          </a:p>
          <a:p>
            <a:pPr algn="ctr">
              <a:defRPr sz="2500" b="1">
                <a:solidFill>
                  <a:srgbClr val="F29D0A"/>
                </a:solidFill>
              </a:defRPr>
            </a:pPr>
            <a:r>
              <a:t>250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52120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B47"/>
                </a:solidFill>
              </a:defRPr>
            </a:pPr>
            <a:r>
              <a:t>Total Quantity Sold</a:t>
            </a:r>
          </a:p>
          <a:p>
            <a:pPr algn="ctr">
              <a:defRPr sz="2500" b="1">
                <a:solidFill>
                  <a:srgbClr val="F29D0A"/>
                </a:solidFill>
              </a:defRPr>
            </a:pPr>
            <a:r>
              <a:t>986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246120"/>
            <a:ext cx="52120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B47"/>
                </a:solidFill>
              </a:defRPr>
            </a:pPr>
            <a:r>
              <a:t>Average Sales Order</a:t>
            </a:r>
          </a:p>
          <a:p>
            <a:pPr algn="ctr">
              <a:defRPr sz="2500" b="1">
                <a:solidFill>
                  <a:srgbClr val="F29D0A"/>
                </a:solidFill>
              </a:defRPr>
            </a:pPr>
            <a:r>
              <a:t>₹75.65K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6464"/>
                </a:solidFill>
              </a:defRPr>
            </a:pPr>
            <a:r>
              <a:t>Note: Total Customer was not used as a KPI in the final dashboard.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Monthly Sales Trend</a:t>
            </a:r>
          </a:p>
        </p:txBody>
      </p:sp>
      <p:pic>
        <p:nvPicPr>
          <p:cNvPr id="4" name="Picture 3" descr="Monthly Sales Char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327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Product &amp; Regional Analysis</a:t>
            </a:r>
          </a:p>
        </p:txBody>
      </p:sp>
      <p:pic>
        <p:nvPicPr>
          <p:cNvPr id="4" name="Picture 3" descr="Figure_3 Top Selling Produc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623560" cy="4983480"/>
          </a:xfrm>
          <a:prstGeom prst="rect">
            <a:avLst/>
          </a:prstGeom>
        </p:spPr>
      </p:pic>
      <p:pic>
        <p:nvPicPr>
          <p:cNvPr id="5" name="Picture 4" descr="Figure_2 Regional sal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623560" cy="4983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Category-wise Sales Analysis</a:t>
            </a:r>
          </a:p>
        </p:txBody>
      </p:sp>
      <p:pic>
        <p:nvPicPr>
          <p:cNvPr id="4" name="Picture 3" descr="Figure_4 Categories wise sales analysi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327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Interactive dashboard with KPI cards, charts, slicers and business insights</a:t>
            </a:r>
          </a:p>
        </p:txBody>
      </p:sp>
      <p:pic>
        <p:nvPicPr>
          <p:cNvPr id="5" name="Picture 4" descr="Screenshot 2026-09-09 1736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201400" cy="5349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Dashboard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B47"/>
                </a:solidFill>
              </a:defRPr>
            </a:pPr>
            <a:r>
              <a:t>KPI Cards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Total Sales, Total Orders, Total Quantity Sold, Average Sales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B47"/>
                </a:solidFill>
              </a:defRPr>
            </a:pPr>
            <a:r>
              <a:t>Charts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Monthly Trend, Top Five Products, Regional Sales, Category Wise Sales, Payment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B47"/>
                </a:solidFill>
              </a:defRPr>
            </a:pPr>
            <a:r>
              <a:t>Slicers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Month Name and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B47"/>
                </a:solidFill>
              </a:defRPr>
            </a:pPr>
            <a:r>
              <a:t>Business Insights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Short conclusions derived from the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Best-Selling Product: Laptop — ₹87.16 lakh sales.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Best-Performing Region: Central — ₹43.70 lakh sales.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Best-Performing Month: December — ₹10.90 lakh sales.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Best-Performing Category: Electronics — ₹1.71 crore sales.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Lowest-Performing Region: West — ₹28.84 lakh sales; needs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Power BI DAX Measures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658368"/>
          </a:xfrm>
          <a:prstGeom prst="roundRect">
            <a:avLst/>
          </a:prstGeom>
          <a:solidFill>
            <a:srgbClr val="EBEBEB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32323"/>
                </a:solidFill>
                <a:latin typeface="Consolas"/>
              </a:defRPr>
            </a:pPr>
            <a:r>
              <a:t>Total Sales = SUM(Sheet1[Sales])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658368"/>
          </a:xfrm>
          <a:prstGeom prst="roundRect">
            <a:avLst/>
          </a:prstGeom>
          <a:solidFill>
            <a:srgbClr val="EBEBEB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32323"/>
                </a:solidFill>
                <a:latin typeface="Consolas"/>
              </a:defRPr>
            </a:pPr>
            <a:r>
              <a:t>Total Orders = COUNTROWS(Sheet1)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10332720" cy="658368"/>
          </a:xfrm>
          <a:prstGeom prst="roundRect">
            <a:avLst/>
          </a:prstGeom>
          <a:solidFill>
            <a:srgbClr val="EBEBEB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32323"/>
                </a:solidFill>
                <a:latin typeface="Consolas"/>
              </a:defRPr>
            </a:pPr>
            <a:r>
              <a:t>Total Quantity Sold = SUM(Sheet1[Quantity])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10332720" cy="658368"/>
          </a:xfrm>
          <a:prstGeom prst="roundRect">
            <a:avLst/>
          </a:prstGeom>
          <a:solidFill>
            <a:srgbClr val="EBEBEB"/>
          </a:solidFill>
          <a:ln>
            <a:solidFill>
              <a:srgbClr val="F29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32323"/>
                </a:solidFill>
                <a:latin typeface="Consolas"/>
              </a:defRPr>
            </a:pPr>
            <a:r>
              <a:t>Average Sales Order = DIVIDE(SUM(Sheet1[Sales]), COUNTROWS(Sheet1))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B47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The project analyzed 250 sales transactions with total sales of ₹18,913,205.50.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Laptop is the leading product and Central is the leading region.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December recorded the highest monthly sales.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Python provided detailed analysis and visualizations, while Power BI provided an interactive business dashboard.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Future improvements: profit/margin analysis, sales forecasting, year-over-year growth and detailed drill-through pages.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Project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300">
                <a:solidFill>
                  <a:srgbClr val="F29D0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